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m-x7k2/sk_valuation_project/output/funding_png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m-x7k2/sk_valuation_project/output/funding_png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m-x7k2/sk_valuation_project/output/funding_pn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m-x7k2/sk_valuation_project/output/funding_png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2026-06-30T13:56:38Z</dcterms:created>
  <dcterms:modified xsi:type="dcterms:W3CDTF">2026-06-30T13:56:38Z</dcterms:modified>
</cp:coreProperties>
</file>