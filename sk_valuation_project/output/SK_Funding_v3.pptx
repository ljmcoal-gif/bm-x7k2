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0689336" cy="7562088"/>
  <p:notesSz cx="7562088" cy="1068933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m-x7k2/sk_valuation_project/output/funding_png/s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89336" cy="756208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m-x7k2/sk_valuation_project/output/funding_png/s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89336" cy="75620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m-x7k2/sk_valuation_project/output/funding_png/s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89336" cy="756208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m-x7k2/sk_valuation_project/output/funding_png/s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89336" cy="756208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m-x7k2/sk_valuation_project/output/funding_png/s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89336" cy="75620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2026-06-30T22:48:57Z</dcterms:created>
  <dcterms:modified xsi:type="dcterms:W3CDTF">2026-06-30T22:48:57Z</dcterms:modified>
</cp:coreProperties>
</file>