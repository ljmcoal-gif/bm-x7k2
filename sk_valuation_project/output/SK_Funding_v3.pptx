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689336" cy="7562088"/>
  <p:notesSz cx="7562088" cy="10689336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m-x7k2/sk_valuation_project/output/funding_png/s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689336" cy="75620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2026-07-01T00:51:06Z</dcterms:created>
  <dcterms:modified xsi:type="dcterms:W3CDTF">2026-07-01T00:51:06Z</dcterms:modified>
</cp:coreProperties>
</file>