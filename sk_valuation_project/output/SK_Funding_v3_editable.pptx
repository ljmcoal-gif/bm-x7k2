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(단독)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~$5.0bn + SKI 보증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 ATVM (이자만)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$1.2bn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$3.6bn (75%)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$4.8bn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75%가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4.8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ATVM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9.1%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12.6x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현 9%에서 딜을 peer 상단(13x)에 맞추는 데 필요한 ex-AMPC 마진 · 8.7% ≤ 현 9%면 이미 충족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3343275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33432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254621" y="4855464"/>
            <a:ext cx="1872234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6888861" y="4672584"/>
            <a:ext cx="26037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−2.8x → 밴드 진입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9081135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669655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669655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211883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Text 48"/>
          <p:cNvSpPr/>
          <p:nvPr/>
        </p:nvSpPr>
        <p:spPr>
          <a:xfrm>
            <a:off x="7800403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7800403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543228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4" name="Text 51"/>
          <p:cNvSpPr/>
          <p:nvPr/>
        </p:nvSpPr>
        <p:spPr>
          <a:xfrm>
            <a:off x="713174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13174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13.1x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20890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7" name="Text 54"/>
          <p:cNvSpPr/>
          <p:nvPr/>
        </p:nvSpPr>
        <p:spPr>
          <a:xfrm>
            <a:off x="6797421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797421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12.6x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591045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724776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791641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14x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5" name="Text 62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희석 캡을 49%까지 열면 밴드 안으로 들어온다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85%/82%로 run-rate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→ BASE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그랜트 20%나 희석 30%로 14.1x, 희석을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49%(③)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까지 열면 13.1x,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그랜트20+희석49 결합 시 12.6x — peer 밴드(8~13x) 진입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DCF는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10.5%·영구성장 2.0%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 EV $4.8bn(그중 AMPC PV $3.6bn·75%). OT SOP ′28 하반기. 단 49% 희석은 지배력 약화 트레이드오프 — 협상 상한으로만. ★ 순차입금 $6.4bn·부채비중 60% 고정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LPO (ATVM/Title 17) · OT 기존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2026-07-01T04:43:55Z</dcterms:created>
  <dcterms:modified xsi:type="dcterms:W3CDTF">2026-07-01T04:43:55Z</dcterms:modified>
</cp:coreProperties>
</file>