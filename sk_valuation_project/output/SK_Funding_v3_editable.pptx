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$1.2bn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$3.6bn (75%)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$4.8bn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75%가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4.8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9.1%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12.6x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현 9%에서 딜을 peer 상단(13x)에 맞추는 데 필요한 ex-AMPC 마진 · 8.7% ≤ 현 9%면 이미 충족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3343275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33432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254621" y="4855464"/>
            <a:ext cx="1872234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6888861" y="4672584"/>
            <a:ext cx="26037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−2.8x → 밴드 진입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9081135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669655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669655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211883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Text 48"/>
          <p:cNvSpPr/>
          <p:nvPr/>
        </p:nvSpPr>
        <p:spPr>
          <a:xfrm>
            <a:off x="7800403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7800403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543228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4" name="Text 51"/>
          <p:cNvSpPr/>
          <p:nvPr/>
        </p:nvSpPr>
        <p:spPr>
          <a:xfrm>
            <a:off x="713174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13174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13.1x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20890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7" name="Text 54"/>
          <p:cNvSpPr/>
          <p:nvPr/>
        </p:nvSpPr>
        <p:spPr>
          <a:xfrm>
            <a:off x="6797421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797421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12.6x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591045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724776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791641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14x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5" name="Text 62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희석 캡을 49%까지 열면 밴드 안으로 들어온다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85%/82%로 run-rate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→ BASE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그랜트 20%나 희석 30%로 14.1x, 희석을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49%(③)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까지 열면 13.1x,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그랜트20+희석49 결합 시 12.6x — peer 밴드(8~13x) 진입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DCF는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10.5%·영구성장 2.0%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 EV $4.8bn(그중 AMPC PV $3.6bn·75%). OT SOP ′28 하반기. 단 49% 희석은 지배력 약화 트레이드오프 — 협상 상한으로만. ★ 순차입금 $6.4bn·부채비중 60% 고정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439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0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LGES EV/EBITDA 26x'25F→19x'26F→15x'27F(stockanalysis·미래에셋) · CATL P/E 20.5x'26E(UBS) · 삼성SDI '26 영업손실→n.m.(미래에셋) · Fluence adjEBITDA$40~60M→n.m. 섹터 트로프로 실측 15~27x·정상화 ~13~15x. peer는 자체보조금 포함(우리 ex-AMPC=보수적) · 정밀값 Bloomberg/FactSet 확정 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$554mm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8.7x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12.6~15.4x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$455mm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10.6x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15.3~18.8x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$554mm  → EV $7.2bn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+$0.8bn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$455mm  → EV $5.9bn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−$0.5bn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$554mm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447221" y="5394960"/>
            <a:ext cx="4787158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447221" y="5605272"/>
            <a:ext cx="478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$4.4~7.2bn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234379" y="5394960"/>
            <a:ext cx="1918320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60059" y="5175504"/>
            <a:ext cx="27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$7.2~8.3bn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854172" y="5212080"/>
            <a:ext cx="2678735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579852" y="5010912"/>
            <a:ext cx="3501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12.6~15.4x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851806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120286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100925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1378549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$4.8bn·8.7x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2157984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3886200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5614416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7342632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3" name="Shape 29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4" name="Text 30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실측 peer는 현재 다운사이클로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15~27x(트로프)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정상화 ~13~15x(LGES '27F 15x·CATL ~13x). run-rate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12.6~15.4x는 정상화 peer와 거의 일치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(당초 "peer 상단 초과"는 8~13x 보수가정 탓). DCF 내재 8.7x는 오히려 할인. 단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분모를 2029E($455mm)로 당기면 필요멀티플 15.3~18.8x로 상승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— EBITDA 연도 기준이 결과를 좌우. peer는 자체보조금 포함(우리 ex-AMPC, 보수적).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2026-07-01T11:29:50Z</dcterms:created>
  <dcterms:modified xsi:type="dcterms:W3CDTF">2026-07-01T11:29:50Z</dcterms:modified>
</cp:coreProperties>
</file>