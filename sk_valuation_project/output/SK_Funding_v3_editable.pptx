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11.0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~$1.4bn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$438mm (BA 125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848563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057339" y="4928616"/>
            <a:ext cx="2863901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8485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$0.8bn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057339" y="4928616"/>
            <a:ext cx="28639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$2.7bn (77%)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$3.5bn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77%가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40.7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438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3.5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$1.42bn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($1.42bn)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$1.42bn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$1.42bn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($1.42bn이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$438mm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19.5x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13.5%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17.8x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12.4%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17.8x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12.4%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16.6x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15.9x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딜을 peer 하단(13x)에 맞추는 데 필요한 ex-AMPC 마진 · 현 9% 대비 전 시나리오 미달(11.0~13.5%) → 마진 개선 必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밴드(보수 8~13x) 대비 — 전 시나리오 초과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222885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2228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8~13x(보수)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700391" y="4855464"/>
            <a:ext cx="1604772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7243191" y="4672584"/>
            <a:ext cx="25191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−3.6x (여전 peer 초과)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9259443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665083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 19.5x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8501634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50" name="Shape 47"/>
          <p:cNvSpPr/>
          <p:nvPr/>
        </p:nvSpPr>
        <p:spPr>
          <a:xfrm>
            <a:off x="7966710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Shape 48"/>
          <p:cNvSpPr/>
          <p:nvPr/>
        </p:nvSpPr>
        <p:spPr>
          <a:xfrm>
            <a:off x="7654671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2" name="Text 49"/>
          <p:cNvSpPr/>
          <p:nvPr/>
        </p:nvSpPr>
        <p:spPr>
          <a:xfrm>
            <a:off x="7060311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 15.9x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24179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55" name="Text 52"/>
          <p:cNvSpPr/>
          <p:nvPr/>
        </p:nvSpPr>
        <p:spPr>
          <a:xfrm>
            <a:off x="613333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702487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15x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83621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18x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20x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0" name="Text 57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BA 11GW 축소로 필요멀티플이 peer를 넘어선다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BA를 11GW로 축소하면 run-rate ex-AMPC EBITDA가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$554→$438mm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줄어 역산 필요 멀티플이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BASE 19.5x → 최대결합 15.9x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상승. 그랜트20·희석49를 다 써도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정상화 peer(13~15x)를 초과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20.2~24.6x). DCF 내재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8.0x는 여전히 할인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규모 축소가 지분조달 여력 악화 → 마진 개선(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11.0~13.5%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)이 관건. WACC10.5%·TGR2%·순차입 $6.4bn ★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439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0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LGES EV/EBITDA 26x'25F→19x'26F→15x'27F(stockanalysis·미래에셋) · CATL P/E 20.5x'26E(UBS) · 삼성SDI '26 영업손실→n.m.(미래에셋) · Fluence adjEBITDA$40~60M→n.m. 섹터 트로프로 실측 15~27x·정상화 ~13~15x. peer는 자체보조금 포함(우리 ex-AMPC=보수적) · 정밀값 Bloomberg/FactSet 확정 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$438mm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8.0x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15.9~19.5x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$346mm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10.1x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20.2~24.6x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$438mm  → EV $5.7bn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−$0.7bn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$346mm  → EV $4.5bn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−$1.9bn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$438mm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424178" y="5394960"/>
            <a:ext cx="3153994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424178" y="5605272"/>
            <a:ext cx="3153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$3.5~5.7bn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578172" y="5394960"/>
            <a:ext cx="1267358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303852" y="5175504"/>
            <a:ext cx="20903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$5.7~6.6bn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407201" y="5212080"/>
            <a:ext cx="2275484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132881" y="5010912"/>
            <a:ext cx="3098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15.9~19.5x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5600700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869180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1354912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632536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$3.5bn·8.0x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18699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331012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75030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19048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76306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4" name="Shape 30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5" name="Text 31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11GW 축소로 run-rate ex-AMPC EBITDA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$554→$438mm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15.9~19.5x는 정상화 peer(13~15x)를 초과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20.2~24.6x). DCF 내재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8.0x는 여전히 할인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이나, 규모 축소가 지분조달 여력을 악화 → 마진 개선(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11.0~13.5%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)·프리미엄 멀티플이 관건. peer는 자체보조금 포함(우리 ex-AMPC, 보수적).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2026-07-01T12:45:48Z</dcterms:created>
  <dcterms:modified xsi:type="dcterms:W3CDTF">2026-07-01T12:45:48Z</dcterms:modified>
</cp:coreProperties>
</file>